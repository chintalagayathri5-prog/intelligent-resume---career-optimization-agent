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411480"/>
            <a:ext cx="3840480" cy="43205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4864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Resume &amp; Career Optimization Agent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E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92608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Tulasi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Aswitha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Gayathri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Venkata Lakshmi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Sravani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1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and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0" y="123444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32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resumes that miss the target role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32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skill gaps and no roadmap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32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feedback on progress toward job-readiness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C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20116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profile or uploaded resume with AI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it with the target role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a roadmap and updates it as you learn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1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started: two entry paths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4F4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/ Sign up  →  Welcome  →  Choose an option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don't have a resume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2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profile information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5603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F4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Education, skills, projects and interests are collected directly.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83480" y="1600200"/>
            <a:ext cx="457200" cy="457200"/>
          </a:xfrm>
          <a:prstGeom prst="ellipse">
            <a:avLst/>
          </a:prstGeom>
          <a:solidFill>
            <a:srgbClr val="1F6FDB"/>
          </a:solidFill>
          <a:ln w="12700">
            <a:solidFill>
              <a:srgbClr val="1F6F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34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have a resume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2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resume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5603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F4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resume analysis reviews content, strengths and weaknesses.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51960" y="3337560"/>
            <a:ext cx="640080" cy="411480"/>
          </a:xfrm>
          <a:prstGeom prst="downArrow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1F6FDB"/>
          </a:solidFill>
          <a:ln w="12700">
            <a:solidFill>
              <a:srgbClr val="1F6F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paths converge:  Career Goal  →  Select Target Role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6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1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Career Agent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2468880"/>
          </a:xfrm>
          <a:prstGeom prst="roundRect">
            <a:avLst>
              <a:gd name="adj" fmla="val 6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profile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26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skills, experience and education.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322576" y="2468880"/>
            <a:ext cx="228600" cy="320040"/>
          </a:xfrm>
          <a:prstGeom prst="rightArrow">
            <a:avLst/>
          </a:prstGeom>
          <a:solidFill>
            <a:srgbClr val="F5A400"/>
          </a:solidFill>
          <a:ln w="12700">
            <a:solidFill>
              <a:srgbClr val="F5A4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87752" y="1371600"/>
            <a:ext cx="1828800" cy="2468880"/>
          </a:xfrm>
          <a:prstGeom prst="roundRect">
            <a:avLst>
              <a:gd name="adj" fmla="val 6000"/>
            </a:avLst>
          </a:prstGeom>
          <a:solidFill>
            <a:srgbClr val="E83E8C"/>
          </a:solidFill>
          <a:ln w="12700">
            <a:solidFill>
              <a:srgbClr val="E83E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16352" y="16002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16352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770632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target role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2770632" y="2926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what the role expects.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453128" y="2468880"/>
            <a:ext cx="228600" cy="320040"/>
          </a:xfrm>
          <a:prstGeom prst="rightArrow">
            <a:avLst/>
          </a:prstGeom>
          <a:solidFill>
            <a:srgbClr val="F5A400"/>
          </a:solidFill>
          <a:ln w="12700">
            <a:solidFill>
              <a:srgbClr val="F5A4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18304" y="1371600"/>
            <a:ext cx="1828800" cy="2468880"/>
          </a:xfrm>
          <a:prstGeom prst="roundRect">
            <a:avLst>
              <a:gd name="adj" fmla="val 6000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46904" y="16002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46904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both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901184" y="2926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profile against role needs.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83680" y="2468880"/>
            <a:ext cx="228600" cy="320040"/>
          </a:xfrm>
          <a:prstGeom prst="rightArrow">
            <a:avLst/>
          </a:prstGeom>
          <a:solidFill>
            <a:srgbClr val="F5A400"/>
          </a:solidFill>
          <a:ln w="12700">
            <a:solidFill>
              <a:srgbClr val="F5A4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48856" y="1371600"/>
            <a:ext cx="1828800" cy="2468880"/>
          </a:xfrm>
          <a:prstGeom prst="roundRect">
            <a:avLst>
              <a:gd name="adj" fmla="val 6000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77456" y="16002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77456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031736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gap analysis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031736" y="2926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Pinpoints what is missing.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4F4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feeds directly into the career plan.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gaps to a personalized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1E1B5E"/>
          </a:solidFill>
          <a:ln w="12700">
            <a:solidFill>
              <a:srgbClr val="1E1B5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Plan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D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from the skill gap analysis, with milestones toward your target role.</a:t>
            </a:r>
            <a:endParaRPr lang="en-US" sz="1700" dirty="0"/>
          </a:p>
        </p:txBody>
      </p:sp>
      <p:pic>
        <p:nvPicPr>
          <p:cNvPr id="6" name="Image 0" descr="/home/claude/deck/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017520"/>
            <a:ext cx="3108960" cy="133685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0" y="1280160"/>
            <a:ext cx="4114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00600" y="1527048"/>
            <a:ext cx="457200" cy="457200"/>
          </a:xfrm>
          <a:prstGeom prst="ellipse">
            <a:avLst/>
          </a:prstGeom>
          <a:solidFill>
            <a:srgbClr val="E83E8C"/>
          </a:solidFill>
          <a:ln w="12700">
            <a:solidFill>
              <a:srgbClr val="E83E8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0060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0" y="1444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roadmap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0" y="17922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F4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path tailored to you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0" y="2377440"/>
            <a:ext cx="4114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00600" y="2624328"/>
            <a:ext cx="457200" cy="4572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0060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0" y="25420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tasks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0" y="28895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F4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goals for each week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572000" y="3474720"/>
            <a:ext cx="4114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00600" y="3721608"/>
            <a:ext cx="457200" cy="457200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0060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0" y="36393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tasks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0" y="398678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F4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actions the user completes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0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1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continuous improvement loop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91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630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completes task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E83E8C"/>
          </a:solidFill>
          <a:ln w="12700">
            <a:solidFill>
              <a:srgbClr val="E83E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14630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progress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691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14630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re-evaluation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0632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skill gaps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3291840" y="288036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F6FDB"/>
          </a:solidFill>
          <a:ln w="12700">
            <a:solidFill>
              <a:srgbClr val="1F6F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0440" y="32918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204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30632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career plan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6126480" y="288036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B21FC9"/>
          </a:solidFill>
          <a:ln w="12700">
            <a:solidFill>
              <a:srgbClr val="B21FC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32918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5508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21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30632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resume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4F4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cycle keeps the plan and the resume aligned with real progress.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1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readiness check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383280" y="1097280"/>
            <a:ext cx="2377440" cy="1463040"/>
          </a:xfrm>
          <a:prstGeom prst="diamond">
            <a:avLst/>
          </a:prstGeom>
          <a:solidFill>
            <a:srgbClr val="FFC233"/>
          </a:solidFill>
          <a:ln w="12700">
            <a:solidFill>
              <a:srgbClr val="FFC2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383280" y="10972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readiness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flipH="1">
            <a:off x="2194560" y="1828800"/>
            <a:ext cx="1188720" cy="1280160"/>
          </a:xfrm>
          <a:prstGeom prst="line">
            <a:avLst/>
          </a:prstGeom>
          <a:noFill/>
          <a:ln w="25400">
            <a:solidFill>
              <a:srgbClr val="4F4D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1828800"/>
            <a:ext cx="1188720" cy="1280160"/>
          </a:xfrm>
          <a:prstGeom prst="line">
            <a:avLst/>
          </a:prstGeom>
          <a:noFill/>
          <a:ln w="25400">
            <a:solidFill>
              <a:srgbClr val="4F4D7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28800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108960"/>
            <a:ext cx="27432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E859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108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plan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577840" y="3108960"/>
            <a:ext cx="2743200" cy="731520"/>
          </a:xfrm>
          <a:prstGeom prst="roundRect">
            <a:avLst>
              <a:gd name="adj" fmla="val 15000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77840" y="3108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194560" y="3840480"/>
            <a:ext cx="0" cy="365760"/>
          </a:xfrm>
          <a:prstGeom prst="line">
            <a:avLst/>
          </a:prstGeom>
          <a:noFill/>
          <a:ln w="25400">
            <a:solidFill>
              <a:srgbClr val="4F4D7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3840480"/>
            <a:ext cx="0" cy="365760"/>
          </a:xfrm>
          <a:prstGeom prst="line">
            <a:avLst/>
          </a:prstGeom>
          <a:noFill/>
          <a:ln w="25400">
            <a:solidFill>
              <a:srgbClr val="4F4D7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06240"/>
            <a:ext cx="7498080" cy="548640"/>
          </a:xfrm>
          <a:prstGeom prst="roundRect">
            <a:avLst>
              <a:gd name="adj" fmla="val 20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2062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progress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1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preview</a:t>
            </a:r>
            <a:endParaRPr lang="en-US" sz="3600" dirty="0"/>
          </a:p>
        </p:txBody>
      </p:sp>
      <p:pic>
        <p:nvPicPr>
          <p:cNvPr id="3" name="Image 0" descr="/home/claude/deck/resu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2560320" cy="23774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analysis</a:t>
            </a:r>
            <a:endParaRPr lang="en-US" sz="1800" dirty="0"/>
          </a:p>
        </p:txBody>
      </p:sp>
      <p:pic>
        <p:nvPicPr>
          <p:cNvPr id="5" name="Image 1" descr="/home/claude/deck/g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88720"/>
            <a:ext cx="2560320" cy="23774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329184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gap analysis</a:t>
            </a:r>
            <a:endParaRPr lang="en-US" sz="1800" dirty="0"/>
          </a:p>
        </p:txBody>
      </p:sp>
      <p:pic>
        <p:nvPicPr>
          <p:cNvPr id="7" name="Image 2" descr="/home/claude/deck/pl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88720"/>
            <a:ext cx="2560320" cy="23774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8" name="Text 3"/>
          <p:cNvSpPr txBox="1"/>
          <p:nvPr/>
        </p:nvSpPr>
        <p:spPr>
          <a:xfrm>
            <a:off x="612648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daily tasks</a:t>
            </a:r>
            <a:endParaRPr lang="en-US" sz="1800" dirty="0"/>
          </a:p>
        </p:txBody>
      </p:sp>
      <p:sp>
        <p:nvSpPr>
          <p:cNvPr id="9" name="Text 4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F4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mockups of the planned screens.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60320" cy="2560320"/>
          </a:xfrm>
          <a:prstGeom prst="roundRect">
            <a:avLst>
              <a:gd name="adj" fmla="val 4286"/>
            </a:avLst>
          </a:prstGeom>
          <a:solidFill>
            <a:srgbClr val="E83E8C"/>
          </a:solidFill>
          <a:ln w="12700">
            <a:solidFill>
              <a:srgbClr val="E83E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built around your profile and target role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2560320"/>
          </a:xfrm>
          <a:prstGeom prst="roundRect">
            <a:avLst>
              <a:gd name="adj" fmla="val 4286"/>
            </a:avLst>
          </a:prstGeom>
          <a:solidFill>
            <a:srgbClr val="1F6FDB"/>
          </a:solidFill>
          <a:ln w="12700">
            <a:solidFill>
              <a:srgbClr val="1F6F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55448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788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Re-evaluates skill gaps after every completed task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560320" cy="2560320"/>
          </a:xfrm>
          <a:prstGeom prst="roundRect">
            <a:avLst>
              <a:gd name="adj" fmla="val 4286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55448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788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and weekly tasks, plus an optimized resume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411480"/>
            <a:ext cx="3840480" cy="43205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5544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7432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EE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Resume &amp; Career Optimization Agent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Resume &amp; Career Optimization Agent</dc:title>
  <dc:subject>PptxGenJS Presentation</dc:subject>
  <dc:creator>PptxGenJS</dc:creator>
  <cp:lastModifiedBy>PptxGenJS</cp:lastModifiedBy>
  <cp:revision>1</cp:revision>
  <dcterms:created xsi:type="dcterms:W3CDTF">2026-09-30T06:21:35Z</dcterms:created>
  <dcterms:modified xsi:type="dcterms:W3CDTF">2026-09-30T06:21:35Z</dcterms:modified>
</cp:coreProperties>
</file>